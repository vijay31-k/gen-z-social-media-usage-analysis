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strument Sans Medium" panose="020B0604020202020204" charset="0"/>
      <p:regular r:id="rId17"/>
    </p:embeddedFont>
    <p:embeddedFont>
      <p:font typeface="Instrument Sans Semi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51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7" y="511746"/>
            <a:ext cx="3089970" cy="4120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5687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Gen-Z Social Media Usage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66737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comprehensive end-to-end analytics project studying social media engagement, behavioral trends, addiction levels, and mental health insights among Gen-Z users — built with Excel, Python, PostgreSQL, and Power BI.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789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84400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0330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Usage Patterns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339578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Analyze social media habits and platform engagement trends among Gen-Z users.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84400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0330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Mental Health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2339578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Study the relationship between screen time and emotional wellness.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312539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Addiction Behavior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3431902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addiction patterns and their impact on user behavior.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312539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Actionable Insights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3431902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 raw data into interactive dashboards for analytical storytelling.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690167"/>
            <a:ext cx="2517874" cy="1138461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455938" y="1690167"/>
            <a:ext cx="76200" cy="1138461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6" name="Text 3"/>
          <p:cNvSpPr/>
          <p:nvPr/>
        </p:nvSpPr>
        <p:spPr>
          <a:xfrm>
            <a:off x="3692947" y="185097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Microsoft Excel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692947" y="2214190"/>
            <a:ext cx="21391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cleaning and preprocessing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34621" y="1690167"/>
            <a:ext cx="2517949" cy="1138461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15571" y="1690167"/>
            <a:ext cx="76200" cy="1138461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0" name="Text 7"/>
          <p:cNvSpPr/>
          <p:nvPr/>
        </p:nvSpPr>
        <p:spPr>
          <a:xfrm>
            <a:off x="6352580" y="185097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52580" y="2214190"/>
            <a:ext cx="21391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 with Pandas, NumPy, Matplotlib, Seaborn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988" y="2970386"/>
            <a:ext cx="2517874" cy="1138461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55938" y="2970386"/>
            <a:ext cx="76200" cy="1138461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4" name="Text 11"/>
          <p:cNvSpPr/>
          <p:nvPr/>
        </p:nvSpPr>
        <p:spPr>
          <a:xfrm>
            <a:off x="3692947" y="313119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692947" y="3494410"/>
            <a:ext cx="21391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storage and SQL querying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34621" y="2970386"/>
            <a:ext cx="2517949" cy="1138461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15571" y="2970386"/>
            <a:ext cx="76200" cy="1138461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8" name="Text 15"/>
          <p:cNvSpPr/>
          <p:nvPr/>
        </p:nvSpPr>
        <p:spPr>
          <a:xfrm>
            <a:off x="6352580" y="313119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 BI + DAX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352580" y="3494410"/>
            <a:ext cx="21391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dashboard visualization and KPI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3942"/>
            <a:ext cx="4616202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Pipeline: From Raw to Ready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18" y="835670"/>
            <a:ext cx="6545089" cy="3576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62501" y="2408301"/>
            <a:ext cx="1516546" cy="412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Excel Preprocessing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63437" y="2488198"/>
            <a:ext cx="1745146" cy="20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 EDA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121287" y="2392482"/>
            <a:ext cx="1516546" cy="412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PostgreSQL Storage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03759" y="4501828"/>
            <a:ext cx="73364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1,000,000-row dataset was processed through this end-to-end workflow — zero null values after cleaning, with structured storage enabling seamless Power BI integration.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8921"/>
            <a:ext cx="54242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 Analysis: Key Findings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3978"/>
            <a:ext cx="3902943" cy="218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5662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Analytical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92948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Instagram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led platform usage (~290K users), followed by TikTok and YouTube (~250K each).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51065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correlations discovered: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2865016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screen time → lower mental health scores (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 = −0.76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Medium addiction users formed the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largest segment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(~580K)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Working Gen-Z and Young Adults showed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7" y="511746"/>
            <a:ext cx="3089970" cy="4120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129382"/>
            <a:ext cx="434883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Critical Correlation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784970"/>
            <a:ext cx="2290465" cy="1270471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192672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−0.76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233240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 negative correlation between daily usage hours and mental health score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1784970"/>
            <a:ext cx="2290539" cy="1270471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192672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Poor → Higher Usage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233240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Median daily usage rises from 3.8 hrs (Average health) to 4.5 hrs (Poor health)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197200"/>
            <a:ext cx="4722763" cy="816843"/>
          </a:xfrm>
          <a:prstGeom prst="roundRect">
            <a:avLst>
              <a:gd name="adj" fmla="val 15620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3389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3.5 hrs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3645471"/>
            <a:ext cx="48964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Consistent average daily usage across all 7 countries studied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8346"/>
            <a:ext cx="55358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 BI: Overview Dashboard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3403"/>
            <a:ext cx="2628230" cy="14688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704008"/>
            <a:ext cx="424011" cy="266402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3560043" y="1746498"/>
            <a:ext cx="71110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KPIS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74988" y="2129879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used platform: </a:t>
            </a:r>
            <a:r>
              <a:rPr lang="en-US" sz="1100" b="1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Instagram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Features KPI cards, bar charts, doughnut charts, and interactive slicers.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3181201"/>
            <a:ext cx="1931566" cy="1383878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8" name="Shape 5"/>
          <p:cNvSpPr/>
          <p:nvPr/>
        </p:nvSpPr>
        <p:spPr>
          <a:xfrm>
            <a:off x="637877" y="332296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4C1F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6" y="3439864"/>
            <a:ext cx="191319" cy="1913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7877" y="3889995"/>
            <a:ext cx="21052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999,996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37877" y="4196507"/>
            <a:ext cx="21052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Users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569443" y="3181201"/>
            <a:ext cx="1931640" cy="1383878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13" name="Shape 9"/>
          <p:cNvSpPr/>
          <p:nvPr/>
        </p:nvSpPr>
        <p:spPr>
          <a:xfrm>
            <a:off x="2711202" y="332296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4C1F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8181" y="3439864"/>
            <a:ext cx="191319" cy="1913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11202" y="3889995"/>
            <a:ext cx="21053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3.52 hrs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711202" y="4196507"/>
            <a:ext cx="2105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Avg Daily Usage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42842" y="3181201"/>
            <a:ext cx="1931640" cy="1383878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18" name="Shape 13"/>
          <p:cNvSpPr/>
          <p:nvPr/>
        </p:nvSpPr>
        <p:spPr>
          <a:xfrm>
            <a:off x="4784601" y="332296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4C1FA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1580" y="3439864"/>
            <a:ext cx="191319" cy="19131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84601" y="3889995"/>
            <a:ext cx="21053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7.17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784601" y="4196507"/>
            <a:ext cx="2105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Avg Mental Health Score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716241" y="3181201"/>
            <a:ext cx="1931640" cy="1383878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23" name="Shape 17"/>
          <p:cNvSpPr/>
          <p:nvPr/>
        </p:nvSpPr>
        <p:spPr>
          <a:xfrm>
            <a:off x="6858000" y="332296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4C1FA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74979" y="3439864"/>
            <a:ext cx="191319" cy="19131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58000" y="3889995"/>
            <a:ext cx="21053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25.09 min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858000" y="4196507"/>
            <a:ext cx="2105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Avg Session Minutes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89781"/>
            <a:ext cx="6447160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Behavior &amp; Mental Health Dashboards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754014"/>
            <a:ext cx="2655094" cy="1501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901" y="3400648"/>
            <a:ext cx="265509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Behavior Analysis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Entertainment was the #1 usage purpose (40%); Working Gen-Z most active age group.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412" y="1150144"/>
            <a:ext cx="5213449" cy="29206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62412" y="4215631"/>
            <a:ext cx="521344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Mental Health Insights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159K high-addiction users; 55% of users rated "Bad" mental health status.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5515"/>
            <a:ext cx="63867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DAX Measures &amp; Dashboard Design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286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DAX Measures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963787"/>
            <a:ext cx="1880592" cy="1167036"/>
          </a:xfrm>
          <a:prstGeom prst="roundRect">
            <a:avLst>
              <a:gd name="adj" fmla="val 10933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124596"/>
            <a:ext cx="20161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Avg Screen Time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6927" y="2487811"/>
            <a:ext cx="15589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AVERAGE(daily_usage_hours)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963787"/>
            <a:ext cx="1880592" cy="1167036"/>
          </a:xfrm>
          <a:prstGeom prst="roundRect">
            <a:avLst>
              <a:gd name="adj" fmla="val 10933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278" y="2124596"/>
            <a:ext cx="20161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 Risk Users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79278" y="2487811"/>
            <a:ext cx="15589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mental_health_score ≤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272582"/>
            <a:ext cx="3902943" cy="925934"/>
          </a:xfrm>
          <a:prstGeom prst="roundRect">
            <a:avLst>
              <a:gd name="adj" fmla="val 13780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927" y="343339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Stress Impact Level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6927" y="3796605"/>
            <a:ext cx="403852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(AvgUsage × 2) − (AvgMental / 2)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=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3.44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9701" y="158286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UI Design Principles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49701" y="1946077"/>
            <a:ext cx="390294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Soft lavender analytics background with rounded KPI cards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 icons, interactive slicers, and filter panels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Consistent visual hierarchy across all 3 dashboard pages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Modern enterprise-style layout with balanced chart placement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6" y="504825"/>
            <a:ext cx="3100388" cy="4133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86349" y="362620"/>
            <a:ext cx="4800302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Outcomes &amp; Future Enhancements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3886349" y="1480542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Outcomes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886349" y="1805136"/>
            <a:ext cx="2240756" cy="2134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Professional multi-page Power BI dashboards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End-to-end analytics workflow: Excel → Python → PostgreSQL → Power BI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Skills gained in data cleaning, SQL, DAX, BI reporting, and UI/UX design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Portfolio-ready business intelligence project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50657" y="1480542"/>
            <a:ext cx="216053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50657" y="1805136"/>
            <a:ext cx="2240756" cy="1574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data integration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predictive analytics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Sentiment analysis using NLP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Mobile-responsive dashboard version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forecasting and recommendation systems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50657" y="3515023"/>
            <a:ext cx="2240756" cy="1130275"/>
          </a:xfrm>
          <a:prstGeom prst="roundRect">
            <a:avLst>
              <a:gd name="adj" fmla="val 10407"/>
            </a:avLst>
          </a:prstGeom>
          <a:solidFill>
            <a:srgbClr val="B6FCB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29" y="3711625"/>
            <a:ext cx="163339" cy="1306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75338" y="3668167"/>
            <a:ext cx="168540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Supports digital wellness research, mental health analysis, and data-driven decision-making.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On-screen Show (16:9)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Sans Semi Bold</vt:lpstr>
      <vt:lpstr>Instrument Sans Medium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Vijay K</cp:lastModifiedBy>
  <cp:revision>1</cp:revision>
  <dcterms:created xsi:type="dcterms:W3CDTF">2026-05-17T10:21:44Z</dcterms:created>
  <dcterms:modified xsi:type="dcterms:W3CDTF">2026-05-17T10:22:19Z</dcterms:modified>
</cp:coreProperties>
</file>